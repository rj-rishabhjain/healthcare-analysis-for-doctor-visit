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2" r:id="rId11"/>
    <p:sldId id="34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CCB79-AF28-4980-922A-B207E8D753DF}" v="380" dt="2026-09-19T19:46:45.67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2" d="100"/>
          <a:sy n="72" d="100"/>
        </p:scale>
        <p:origin x="576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ma Aggarwal" userId="25ba328919d519d5" providerId="Windows Live" clId="Web-{577CCB79-AF28-4980-922A-B207E8D753DF}"/>
    <pc:docChg chg="modSld">
      <pc:chgData name="Mahima Aggarwal" userId="25ba328919d519d5" providerId="Windows Live" clId="Web-{577CCB79-AF28-4980-922A-B207E8D753DF}" dt="2026-09-19T19:46:45.673" v="395" actId="20577"/>
      <pc:docMkLst>
        <pc:docMk/>
      </pc:docMkLst>
      <pc:sldChg chg="modSp">
        <pc:chgData name="Mahima Aggarwal" userId="25ba328919d519d5" providerId="Windows Live" clId="Web-{577CCB79-AF28-4980-922A-B207E8D753DF}" dt="2026-09-19T19:46:45.673" v="395" actId="20577"/>
        <pc:sldMkLst>
          <pc:docMk/>
          <pc:sldMk cId="1341901065" sldId="302"/>
        </pc:sldMkLst>
        <pc:spChg chg="mod">
          <ac:chgData name="Mahima Aggarwal" userId="25ba328919d519d5" providerId="Windows Live" clId="Web-{577CCB79-AF28-4980-922A-B207E8D753DF}" dt="2026-09-19T19:46:45.673" v="395" actId="20577"/>
          <ac:spMkLst>
            <pc:docMk/>
            <pc:sldMk cId="1341901065" sldId="302"/>
            <ac:spMk id="7" creationId="{B21C28F5-3CA3-4B78-B5C9-550C00BB3174}"/>
          </ac:spMkLst>
        </pc:spChg>
      </pc:sldChg>
      <pc:sldChg chg="addSp delSp modSp addAnim delAnim">
        <pc:chgData name="Mahima Aggarwal" userId="25ba328919d519d5" providerId="Windows Live" clId="Web-{577CCB79-AF28-4980-922A-B207E8D753DF}" dt="2026-09-19T19:30:37.037" v="260" actId="14100"/>
        <pc:sldMkLst>
          <pc:docMk/>
          <pc:sldMk cId="3696770303" sldId="315"/>
        </pc:sldMkLst>
        <pc:spChg chg="add del mod">
          <ac:chgData name="Mahima Aggarwal" userId="25ba328919d519d5" providerId="Windows Live" clId="Web-{577CCB79-AF28-4980-922A-B207E8D753DF}" dt="2026-09-19T19:30:37.037" v="260" actId="14100"/>
          <ac:spMkLst>
            <pc:docMk/>
            <pc:sldMk cId="3696770303" sldId="315"/>
            <ac:spMk id="3" creationId="{EBF2FBC7-3552-4F01-BB27-8BEEE74F7277}"/>
          </ac:spMkLst>
        </pc:spChg>
        <pc:spChg chg="add del mod">
          <ac:chgData name="Mahima Aggarwal" userId="25ba328919d519d5" providerId="Windows Live" clId="Web-{577CCB79-AF28-4980-922A-B207E8D753DF}" dt="2026-09-19T19:29:17.205" v="239"/>
          <ac:spMkLst>
            <pc:docMk/>
            <pc:sldMk cId="3696770303" sldId="315"/>
            <ac:spMk id="4" creationId="{7385178A-AABB-4BCE-5063-57701EC0E189}"/>
          </ac:spMkLst>
        </pc:spChg>
      </pc:sldChg>
      <pc:sldChg chg="modSp">
        <pc:chgData name="Mahima Aggarwal" userId="25ba328919d519d5" providerId="Windows Live" clId="Web-{577CCB79-AF28-4980-922A-B207E8D753DF}" dt="2026-09-19T19:09:34.612" v="2" actId="20577"/>
        <pc:sldMkLst>
          <pc:docMk/>
          <pc:sldMk cId="3098548442" sldId="327"/>
        </pc:sldMkLst>
        <pc:spChg chg="mod">
          <ac:chgData name="Mahima Aggarwal" userId="25ba328919d519d5" providerId="Windows Live" clId="Web-{577CCB79-AF28-4980-922A-B207E8D753DF}" dt="2026-09-19T19:09:34.612" v="2" actId="20577"/>
          <ac:spMkLst>
            <pc:docMk/>
            <pc:sldMk cId="3098548442" sldId="327"/>
            <ac:spMk id="2" creationId="{E46E4DD1-270B-4C80-AFF0-EB26F132AF36}"/>
          </ac:spMkLst>
        </pc:spChg>
      </pc:sldChg>
      <pc:sldChg chg="modSp">
        <pc:chgData name="Mahima Aggarwal" userId="25ba328919d519d5" providerId="Windows Live" clId="Web-{577CCB79-AF28-4980-922A-B207E8D753DF}" dt="2026-09-19T19:46:01.624" v="394" actId="20577"/>
        <pc:sldMkLst>
          <pc:docMk/>
          <pc:sldMk cId="48075006" sldId="329"/>
        </pc:sldMkLst>
        <pc:spChg chg="mod">
          <ac:chgData name="Mahima Aggarwal" userId="25ba328919d519d5" providerId="Windows Live" clId="Web-{577CCB79-AF28-4980-922A-B207E8D753DF}" dt="2026-09-19T19:46:01.624" v="394" actId="20577"/>
          <ac:spMkLst>
            <pc:docMk/>
            <pc:sldMk cId="48075006" sldId="329"/>
            <ac:spMk id="2" creationId="{664E3B60-2780-459A-8583-F095D5E7463A}"/>
          </ac:spMkLst>
        </pc:spChg>
      </pc:sldChg>
      <pc:sldChg chg="modSp">
        <pc:chgData name="Mahima Aggarwal" userId="25ba328919d519d5" providerId="Windows Live" clId="Web-{577CCB79-AF28-4980-922A-B207E8D753DF}" dt="2026-09-19T19:18:08.851" v="224" actId="1076"/>
        <pc:sldMkLst>
          <pc:docMk/>
          <pc:sldMk cId="1604013440" sldId="338"/>
        </pc:sldMkLst>
        <pc:spChg chg="mod">
          <ac:chgData name="Mahima Aggarwal" userId="25ba328919d519d5" providerId="Windows Live" clId="Web-{577CCB79-AF28-4980-922A-B207E8D753DF}" dt="2026-09-19T19:18:08.851" v="224" actId="1076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Mahima Aggarwal" userId="25ba328919d519d5" providerId="Windows Live" clId="Web-{577CCB79-AF28-4980-922A-B207E8D753DF}" dt="2026-09-19T19:12:12.353" v="17" actId="20577"/>
          <ac:spMkLst>
            <pc:docMk/>
            <pc:sldMk cId="1604013440" sldId="338"/>
            <ac:spMk id="4" creationId="{92056599-CDAA-4367-BEF8-31D6E32518C8}"/>
          </ac:spMkLst>
        </pc:spChg>
      </pc:sldChg>
      <pc:sldChg chg="modSp">
        <pc:chgData name="Mahima Aggarwal" userId="25ba328919d519d5" providerId="Windows Live" clId="Web-{577CCB79-AF28-4980-922A-B207E8D753DF}" dt="2026-09-19T19:41:03.671" v="371" actId="20577"/>
        <pc:sldMkLst>
          <pc:docMk/>
          <pc:sldMk cId="776828144" sldId="341"/>
        </pc:sldMkLst>
        <pc:spChg chg="mod">
          <ac:chgData name="Mahima Aggarwal" userId="25ba328919d519d5" providerId="Windows Live" clId="Web-{577CCB79-AF28-4980-922A-B207E8D753DF}" dt="2026-09-19T19:41:03.671" v="371" actId="20577"/>
          <ac:spMkLst>
            <pc:docMk/>
            <pc:sldMk cId="776828144" sldId="341"/>
            <ac:spMk id="4" creationId="{9B097C2C-D75A-31D4-CD9F-366F39CDE51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0656" y="3616265"/>
            <a:ext cx="9100995" cy="153883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IN" sz="3100" b="0" i="1" u="sng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Name : </a:t>
            </a:r>
          </a:p>
          <a:p>
            <a:pPr algn="ctr"/>
            <a:r>
              <a:rPr lang="en-IN" sz="29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Rishabh Jain</a:t>
            </a:r>
          </a:p>
          <a:p>
            <a:pPr algn="ctr"/>
            <a:r>
              <a:rPr lang="en-IN" sz="3100" b="0" i="1" u="sng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College Name :</a:t>
            </a:r>
            <a:r>
              <a:rPr lang="en-IN" sz="3100" b="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sz="2600" b="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</a:t>
            </a:r>
            <a:r>
              <a:rPr lang="en-US" sz="2600" b="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Institute of Engineering and </a:t>
            </a:r>
            <a:r>
              <a:rPr lang="en-US" sz="2600" b="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Technology, Kurukshetra </a:t>
            </a:r>
            <a:r>
              <a:rPr lang="en-US" sz="2600" b="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</a:t>
            </a:r>
            <a:endParaRPr lang="en-IN" sz="26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40" y="237600"/>
            <a:ext cx="8699862" cy="783032"/>
          </a:xfrm>
        </p:spPr>
        <p:txBody>
          <a:bodyPr>
            <a:normAutofit/>
          </a:bodyPr>
          <a:lstStyle/>
          <a:p>
            <a:pPr algn="ctr"/>
            <a:r>
              <a:rPr lang="en-GB" sz="4400" b="1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VOIS TIRTC </a:t>
            </a:r>
            <a:r>
              <a:rPr lang="en-GB" sz="4400" b="1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AICTE Project</a:t>
            </a:r>
            <a:endParaRPr lang="en-IN" sz="2400" u="sng" dirty="0">
              <a:ea typeface="+mn-lt"/>
              <a:cs typeface="+mn-lt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514533" y="5872749"/>
            <a:ext cx="6006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AICTE STU ID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algn="ctr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STU6a27ded24e6791780997842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 txBox="1">
            <a:spLocks/>
          </p:cNvSpPr>
          <p:nvPr/>
        </p:nvSpPr>
        <p:spPr>
          <a:xfrm>
            <a:off x="1171222" y="2817250"/>
            <a:ext cx="8699862" cy="7830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</a:t>
            </a:r>
            <a:r>
              <a:rPr lang="en-US" sz="36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for Doctor </a:t>
            </a:r>
            <a:r>
              <a:rPr lang="en-US" sz="36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Visits</a:t>
            </a:r>
            <a:endParaRPr lang="en-US" sz="3600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0904" y="2073083"/>
            <a:ext cx="724894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Patient visit data to identify which groups visit doctors more frequently. </a:t>
            </a:r>
            <a:endParaRPr lang="en-IN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illness ,health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status,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chronic conditions to visit patterns.  </a:t>
            </a:r>
            <a:endParaRPr lang="en-IN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data driven insights to help hotel management improve healthcare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904" y="492123"/>
            <a:ext cx="7802219" cy="790111"/>
          </a:xfrm>
        </p:spPr>
        <p:txBody>
          <a:bodyPr>
            <a:normAutofit/>
          </a:bodyPr>
          <a:lstStyle/>
          <a:p>
            <a:r>
              <a:rPr lang="en-US" sz="44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4400" i="1" u="sng" dirty="0"/>
              <a:t> </a:t>
            </a:r>
            <a:r>
              <a:rPr lang="en-US" sz="44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</a:t>
            </a:r>
            <a:endParaRPr lang="en-IN" sz="4400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0" y="442792"/>
            <a:ext cx="6266213" cy="642971"/>
          </a:xfrm>
        </p:spPr>
        <p:txBody>
          <a:bodyPr>
            <a:normAutofit fontScale="90000"/>
          </a:bodyPr>
          <a:lstStyle/>
          <a:p>
            <a:r>
              <a:rPr lang="en-GB" sz="49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Description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smtClean="0"/>
              <a:t/>
            </a:r>
            <a:br>
              <a:rPr lang="en-GB" dirty="0" smtClean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 txBox="1">
            <a:spLocks/>
          </p:cNvSpPr>
          <p:nvPr/>
        </p:nvSpPr>
        <p:spPr>
          <a:xfrm>
            <a:off x="675957" y="2110724"/>
            <a:ext cx="8415034" cy="5028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uses Python, Pandas, and data visualization to </a:t>
            </a:r>
            <a:r>
              <a:rPr lang="en-GB" sz="2400" b="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</a:t>
            </a:r>
            <a:r>
              <a:rPr lang="en-GB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 visit </a:t>
            </a:r>
            <a:r>
              <a:rPr lang="en-GB" sz="2400" b="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GB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explores how illness, health status, age groups, and chronic conditions are associated with healthcare utilization. </a:t>
            </a:r>
            <a:endParaRPr lang="en-GB" sz="2400" b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help hospital management understand patient needs and identify opportunities to improve healthcare services.</a:t>
            </a:r>
            <a:endParaRPr lang="en-IN" sz="2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7782" y="1951604"/>
            <a:ext cx="7904481" cy="39900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Hospital management and administrators.</a:t>
            </a:r>
          </a:p>
          <a:p>
            <a:pPr algn="just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Doctors and healthcare professionals.</a:t>
            </a:r>
          </a:p>
          <a:p>
            <a:pPr algn="just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planners and data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analysts.</a:t>
            </a:r>
          </a:p>
          <a:p>
            <a:pPr algn="just"/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organizations.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585069"/>
            <a:ext cx="10046070" cy="802641"/>
          </a:xfrm>
        </p:spPr>
        <p:txBody>
          <a:bodyPr>
            <a:normAutofit/>
          </a:bodyPr>
          <a:lstStyle/>
          <a:p>
            <a:r>
              <a:rPr lang="en-US" sz="44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THE END USERS?</a:t>
            </a:r>
            <a:endParaRPr lang="en-IN" sz="4400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586736"/>
            <a:ext cx="9027702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24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endParaRPr lang="en-US" sz="2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24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 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24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24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2400" i="1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endParaRPr lang="en-GB" sz="24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44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543" y="120289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sz="44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5586F1D5-51F1-45E2-67A9-61D05CD2F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75371"/>
            <a:ext cx="4200041" cy="2746107"/>
          </a:xfrm>
          <a:prstGeom prst="rect">
            <a:avLst/>
          </a:prstGeom>
        </p:spPr>
      </p:pic>
      <p:pic>
        <p:nvPicPr>
          <p:cNvPr id="10" name="Picture 9" descr="A graph of distribution of gender&#10;&#10;AI-generated content may be incorrect.">
            <a:extLst>
              <a:ext uri="{FF2B5EF4-FFF2-40B4-BE49-F238E27FC236}">
                <a16:creationId xmlns:a16="http://schemas.microsoft.com/office/drawing/2014/main" id="{082C2BA0-C23D-0A3B-8833-89F9822DB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174" y="1275371"/>
            <a:ext cx="4247666" cy="3136309"/>
          </a:xfrm>
          <a:prstGeom prst="rect">
            <a:avLst/>
          </a:prstGeom>
        </p:spPr>
      </p:pic>
      <p:pic>
        <p:nvPicPr>
          <p:cNvPr id="11" name="Picture 10" descr="A graph of distribution of patients&#10;&#10;AI-generated content may be incorrect.">
            <a:extLst>
              <a:ext uri="{FF2B5EF4-FFF2-40B4-BE49-F238E27FC236}">
                <a16:creationId xmlns:a16="http://schemas.microsoft.com/office/drawing/2014/main" id="{3274CACA-A374-B5D9-E54A-7478052A7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2827" y="4119384"/>
            <a:ext cx="3683431" cy="244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3870" y="198310"/>
            <a:ext cx="4735798" cy="830997"/>
          </a:xfrm>
        </p:spPr>
        <p:txBody>
          <a:bodyPr>
            <a:normAutofit/>
          </a:bodyPr>
          <a:lstStyle/>
          <a:p>
            <a:pPr algn="ctr"/>
            <a:r>
              <a:rPr lang="en-IN" sz="44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301875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 txBox="1">
            <a:spLocks/>
          </p:cNvSpPr>
          <p:nvPr/>
        </p:nvSpPr>
        <p:spPr>
          <a:xfrm>
            <a:off x="1148795" y="2471058"/>
            <a:ext cx="8825947" cy="2114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400" b="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https://github.com/rj-rishabhjain/Healthcare-Analysis-For-Doctor-Visit.git</a:t>
            </a:r>
            <a:endParaRPr lang="en-IN" sz="4400" b="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951" y="230714"/>
            <a:ext cx="8733086" cy="884658"/>
          </a:xfrm>
        </p:spPr>
        <p:txBody>
          <a:bodyPr>
            <a:noAutofit/>
          </a:bodyPr>
          <a:lstStyle/>
          <a:p>
            <a:pPr algn="ctr"/>
            <a:r>
              <a:rPr lang="en-IN" sz="44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VOIS Course </a:t>
            </a:r>
            <a:r>
              <a:rPr lang="en-IN" sz="44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Completion </a:t>
            </a:r>
            <a:r>
              <a:rPr lang="en-IN" sz="44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IN" sz="44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ertificate  </a:t>
            </a:r>
            <a:r>
              <a:rPr lang="en-IN" sz="4400" b="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4400" b="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</a:t>
            </a:r>
            <a:r>
              <a:rPr lang="en-IN" sz="3200" b="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: </a:t>
            </a:r>
            <a:r>
              <a:rPr lang="en-IN" sz="3200" b="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876" y="1608410"/>
            <a:ext cx="7011236" cy="496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3037024"/>
            <a:ext cx="1025398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11500" b="1" i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</a:t>
            </a:r>
            <a:r>
              <a:rPr lang="en-US" sz="11500" b="1" i="1" u="sng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endParaRPr lang="en-US" sz="11500" b="1" i="1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71af3243-3dd4-4a8d-8c0d-dd76da1f02a5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1144</TotalTime>
  <Words>157</Words>
  <Application>Microsoft Office PowerPoint</Application>
  <PresentationFormat>Widescreen</PresentationFormat>
  <Paragraphs>35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Wingdings 3</vt:lpstr>
      <vt:lpstr>Facet</vt:lpstr>
      <vt:lpstr>VOIS TIRTC AICTE Project</vt:lpstr>
      <vt:lpstr>PROBLEM STATEMENT</vt:lpstr>
      <vt:lpstr>Project Description   </vt:lpstr>
      <vt:lpstr>WHO ARE THE END USERS?</vt:lpstr>
      <vt:lpstr>Technology Used</vt:lpstr>
      <vt:lpstr>RESULTS </vt:lpstr>
      <vt:lpstr>GitHub Link</vt:lpstr>
      <vt:lpstr>VOIS Course Completion Certificate   Course name :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248</cp:revision>
  <dcterms:created xsi:type="dcterms:W3CDTF">2021-07-11T13:13:15Z</dcterms:created>
  <dcterms:modified xsi:type="dcterms:W3CDTF">2026-10-10T20:39:07Z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